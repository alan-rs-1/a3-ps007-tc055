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5241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1148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02336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402336" y="24688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Privacy-Aware IPv6 IoT Security Monitoring Across Address Rotation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402336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Category: Cloud Computing &amp; IoT</a:t>
            </a: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02336" y="3383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PT Sans" pitchFamily="34" charset="0"/>
              </a:rPr>
              <a:t>Alan RS- alan.r@btech.christuniversity.in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PT Sans" pitchFamily="34" charset="0"/>
              </a:rPr>
              <a:t>Daniel J- daniel.j@btech.christuniversity.in</a:t>
            </a:r>
          </a:p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  <a:latin typeface="PT Sans" pitchFamily="34" charset="0"/>
              </a:rPr>
              <a:t>Dr.Manu</a:t>
            </a:r>
            <a:r>
              <a:rPr lang="en-US" sz="1400" b="1" dirty="0">
                <a:solidFill>
                  <a:srgbClr val="000000"/>
                </a:solidFill>
                <a:latin typeface="PT Sans" pitchFamily="34" charset="0"/>
              </a:rPr>
              <a:t> </a:t>
            </a:r>
            <a:r>
              <a:rPr lang="en-US" sz="1400" b="1" dirty="0" err="1">
                <a:solidFill>
                  <a:srgbClr val="000000"/>
                </a:solidFill>
                <a:latin typeface="PT Sans" pitchFamily="34" charset="0"/>
              </a:rPr>
              <a:t>Elappila</a:t>
            </a:r>
            <a:r>
              <a:rPr lang="en-US" sz="1400" b="1" dirty="0">
                <a:solidFill>
                  <a:srgbClr val="000000"/>
                </a:solidFill>
                <a:latin typeface="PT Sans" pitchFamily="34" charset="0"/>
              </a:rPr>
              <a:t>- manu.elappila@christuniversity.in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 err="1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onebyte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02336" y="4343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Hackathon 3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October 14,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Abstract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2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Problem Description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60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IPv6 privacy extensions protect users, but make local security monitoring harder.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1691640"/>
            <a:ext cx="8321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Temporary IPv6 addresses (RFC 8981) rotate periodically, so one device appears under many addresses.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Address-based logs cannot reliably link activity to the same compromised device over time.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Rogue Router Advertisements (RA) can redirect or disrupt traffic on the local link.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Abnormal Neighbor Discovery Protocol (NDP) message rates can flood the LAN.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Privacy constraints: no persistent hardware fingerprinting, no behavioural fingerprinting, local correlation only.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Background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Background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60120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concepts needed to understand the problem and the proposed monitoring pipeline.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1691640"/>
            <a:ext cx="8321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IPv6 temporary addresses: RFC 8981 periodically generates new randomized interface identifiers to limit internet-wide tracking [1].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IoT monitoring: administrators watch LAN traffic to spot a misbehaving smart device.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Router Advertisements and Neighbor Discovery: RA and NDP messages configure and resolve addresses on the link [2].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Short-lived authenticated sessions and local pseudonyms can keep a device linkable locally while addresses rotate.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challenge: detect attacks across rotation without permanent identifiers.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Literature &amp; RFC Review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4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Literature &amp; RFC Review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60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Only the standards most relevant to the design are reviewed.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1508760"/>
            <a:ext cx="8321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RFC 8981 [1]: defines temporary addresses for SLAAC. Design impact: a device’s address changes over time, so monitoring cannot rely on the IPv6 address as an identifier.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RFC 4861 [2]: defines Neighbor Discovery, including Router Advertisements. Design impact: RA and NDP message types and rates are the signals for rogue-RA and flood detection.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brief [3]: sets the requirements: local correlation only, short-lived pseudonyms, and no claim of zero tracking risk.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Proposed Solution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Solution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60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local, privacy-aware monitoring pipeline for one IPv6 LAN (proposed design).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1645920"/>
            <a:ext cx="8321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Enroll five emulated IoT devices on one IPv6 LAN.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Authenticate short-lived device sessions.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Monitor local IPv6 traffic (RA and NDP metadata).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Assign short-lived local pseudonyms to sessions.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Correlate address changes within the local LAN only.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 rogue Router Advertisements and abnormal NDP rates.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Expire pseudonym mappings and verify privacy constraints.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Solution Optimization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6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Optimization Proposed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144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Before vs. after: expected benefits of the proposed approach (to be verified in evaluation).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" y="1463040"/>
          <a:ext cx="8321040" cy="27432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Aspect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Baseline (address-based)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Proposed (pseudonym-based)</a:t>
                      </a:r>
                      <a:endParaRPr lang="en-US" sz="100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Device correlation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Per IPv6 address; link lost on rotation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Short-lived local pseudonym tied to an authenticated session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IPv6 address rotation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Rotation breaks the trail of one device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Address changes observed and mapped to the same session locally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Threat detection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Per-address counts; rogue RA and floods hard to attribute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Rogue RA detection and NDP rate monitoring per pseudonym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Pseudonym lifetime and data retention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Long-lived logs of addresses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Mappings expire; no permanent identifiers stored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Tenant isolation and privacy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Not addressed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PT Sans" pitchFamily="34" charset="0"/>
                          <a:ea typeface="PT Sans" pitchFamily="34" charset="-122"/>
                          <a:cs typeface="PT Sans" pitchFamily="34" charset="-120"/>
                        </a:rPr>
                        <a:t>Local-only correlation; cross-tenant correlation checked</a:t>
                      </a:r>
                      <a:endParaRPr lang="en-US" sz="950" dirty="0">
                        <a:latin typeface="PT Sans" charset="0"/>
                        <a:ea typeface="PT Sans" charset="0"/>
                        <a:cs typeface="PT Sans" charset="0"/>
                      </a:endParaRPr>
                    </a:p>
                  </a:txBody>
                  <a:tcPr marL="73152" marR="73152" marT="36576" marB="36576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Architecture Design (UML Diagram)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7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Solution Architecture &amp; Design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Visual: Five-stage local pipeline with pseudonym store and evaluation.</a:t>
            </a:r>
            <a:endParaRPr lang="en-US" sz="1500" dirty="0"/>
          </a:p>
        </p:txBody>
      </p:sp>
      <p:sp>
        <p:nvSpPr>
          <p:cNvPr id="7" name="Privacy boundary"/>
          <p:cNvSpPr/>
          <p:nvPr/>
        </p:nvSpPr>
        <p:spPr>
          <a:xfrm>
            <a:off x="868680" y="1371600"/>
            <a:ext cx="7406640" cy="2743200"/>
          </a:xfrm>
          <a:prstGeom prst="roundRect">
            <a:avLst>
              <a:gd name="adj" fmla="val 2667"/>
            </a:avLst>
          </a:prstGeom>
          <a:solidFill>
            <a:srgbClr val="F4F6FF"/>
          </a:solidFill>
          <a:ln w="15875">
            <a:solidFill>
              <a:srgbClr val="0000D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960120" y="382219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Local-only privacy boundary: no permanent hardware fingerprint, no permanent identity recovery, no cross-tenant correlation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914400" y="15544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5 Emulated IoT Devices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Address rotation (RFC 8981)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23160" y="15544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42316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IPv6 LAN Traffic Sensor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Address-rotation observation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31920" y="15544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93192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Session Auth &amp; Pseudonym Manager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Session validation; short-lived pseudonym mapping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440680" y="15544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Detection Engine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Rogue RA detection; NDP rate monitoring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12344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554480"/>
            <a:ext cx="123444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Alerts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Admin-visible, local only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48840" y="201168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657600" y="201168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166360" y="201168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675120" y="201168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931920" y="2971800"/>
            <a:ext cx="1234440" cy="68580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31920" y="2971800"/>
            <a:ext cx="123444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Pseudonym Store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Mapping expiration (TTL)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49140" y="246888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headEnd type="triangl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40680" y="2971800"/>
            <a:ext cx="2743200" cy="68580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440680" y="2971800"/>
            <a:ext cx="27432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Evaluation Module</a:t>
            </a:r>
            <a:endParaRPr lang="en-US" sz="800" dirty="0"/>
          </a:p>
          <a:p>
            <a:pPr marL="0" indent="0" algn="ctr">
              <a:buNone/>
            </a:pPr>
            <a:r>
              <a:rPr lang="en-US" sz="700" dirty="0">
                <a:solidFill>
                  <a:srgbClr val="333333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Detection-rate &amp; false-positive evaluation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057900" y="246888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566660" y="246888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402336" y="43159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Figure: 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System Architecture UML Diagram (proposed design)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Data Flow Diagram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8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Flow Diagram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1440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Overview: data flow from devices to local alert logging.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371600"/>
            <a:ext cx="8321040" cy="2743200"/>
          </a:xfrm>
          <a:prstGeom prst="roundRect">
            <a:avLst>
              <a:gd name="adj" fmla="val 2667"/>
            </a:avLst>
          </a:prstGeom>
          <a:solidFill>
            <a:srgbClr val="F4F6FF"/>
          </a:solidFill>
          <a:ln w="15875">
            <a:solidFill>
              <a:srgbClr val="0000DD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502920" y="3840480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Local-only processing: no persistent hardware ID, no cross-tenant correlation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IoT Devices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2024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92024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Packet Collector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0040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Session Validation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8056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48056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Pseudonym Correlation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Security Rule / Rate Analysis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040880" y="1554480"/>
            <a:ext cx="10058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554480"/>
            <a:ext cx="10058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Local Alert Logging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645920" y="194310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926080" y="194310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206240" y="194310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0" y="194310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766560" y="1943100"/>
            <a:ext cx="274320" cy="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920240" y="2834640"/>
            <a:ext cx="1005840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920240" y="2834640"/>
            <a:ext cx="1005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 &amp; NDP metadata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 flipV="1">
            <a:off x="2423160" y="233172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200400" y="2834640"/>
            <a:ext cx="1005840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200400" y="2834640"/>
            <a:ext cx="1005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Address-rotation events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 flipV="1">
            <a:off x="3703320" y="233172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480560" y="2834640"/>
            <a:ext cx="1005840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80560" y="2834640"/>
            <a:ext cx="1005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Pseudonym expiration checks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 flipV="1">
            <a:off x="4983480" y="233172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headEnd type="triangl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760720" y="2834640"/>
            <a:ext cx="1005840" cy="594360"/>
          </a:xfrm>
          <a:prstGeom prst="rect">
            <a:avLst/>
          </a:prstGeom>
          <a:solidFill>
            <a:srgbClr val="EAF1FF"/>
          </a:solidFill>
          <a:ln w="12700">
            <a:solidFill>
              <a:srgbClr val="0000D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760720" y="2834640"/>
            <a:ext cx="1005840" cy="594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Cross-tenant isolation checks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 flipV="1">
            <a:off x="6263640" y="2331720"/>
            <a:ext cx="0" cy="502920"/>
          </a:xfrm>
          <a:prstGeom prst="line">
            <a:avLst/>
          </a:prstGeom>
          <a:noFill/>
          <a:ln w="15875">
            <a:solidFill>
              <a:srgbClr val="0000DD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402336" y="43159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Figure: </a:t>
            </a:r>
            <a:r>
              <a:rPr lang="en-US" sz="11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 Flow Diagram (DFD)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Deployment Timeline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9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Deployment Timeline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96012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Proposed implementation milestones (planned sequence, not completed work).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02336" y="1645920"/>
            <a:ext cx="8321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Set up an isolated IPv6 LAN and five emulated devices.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authentication and pseudonym/session management.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 traffic monitoring and baseline collection.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Simulate two controlled attacks, including rogue Router Advertisements.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Evaluate detection rate, false positives, expiration and tenant isolation.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Prepare the prototype demonstration, pseudocode, report and GitHub deliverables.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74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3      Bibliography</a:t>
            </a:r>
            <a:endParaRPr lang="en-US" sz="700" dirty="0"/>
          </a:p>
        </p:txBody>
      </p:sp>
      <p:sp>
        <p:nvSpPr>
          <p:cNvPr id="3" name="Text 1"/>
          <p:cNvSpPr txBox="1"/>
          <p:nvPr/>
        </p:nvSpPr>
        <p:spPr>
          <a:xfrm>
            <a:off x="402336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[Presenter Name]  •  </a:t>
            </a:r>
            <a:r>
              <a:rPr lang="en-US" sz="75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</a:t>
            </a: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 •  October 5,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7863840" y="484632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10 / 11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402336" y="384048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Bibliography 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02336" y="10972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[1]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0972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IETF. RFC 8981: Temporary Address Extensions for Stateless Address Autoconfiguration in IPv6. https://www.rfc-editor.org/info/rfc8981/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02336" y="17830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[2]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7830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IETF. RFC 4861: Neighbor Discovery for IP version 6 (IPv6). https://www.rfc-editor.org/rfc/rfc4861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" y="2468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DD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[3]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2468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AIORI Hackathon 3. PS-007: Privacy-Aware IPv6 IoT Security Monitoring Across Address Rotation (project brief).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1417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Thank You for Your Attention!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PS-007: Privacy-Aware IPv6 IoT Security Monitoring Across Address Rotation</a:t>
            </a:r>
            <a:endParaRPr lang="en-US" sz="13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1048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PT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 J</cp:lastModifiedBy>
  <cp:revision>2</cp:revision>
  <dcterms:created xsi:type="dcterms:W3CDTF">2026-10-14T17:18:44Z</dcterms:created>
  <dcterms:modified xsi:type="dcterms:W3CDTF">2026-10-14T17:28:35Z</dcterms:modified>
</cp:coreProperties>
</file>